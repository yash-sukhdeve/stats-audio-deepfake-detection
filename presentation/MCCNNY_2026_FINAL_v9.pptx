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[20s] Good morning. My talk is about using statistics to detect audio deepfakes — which acoustic features identify fake audio even after telephone compression?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We train on clean audio — 25,000 files. 7% error in the lab. Deploy on phone calls with codecs. Error jumps to 50% — coin flip. Why? Features the model relied on got destroyed. Which features survive?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We extract 36 numbers from each audio file in four groups. PNCC — sound shape. LFCC — fine detail. Formants — mouth resonances. Prosody — rhythm and pitch. Which of these 36 tell real from fake, and which survive compression?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 min] These are the 4 features that detect deepfakes. Each row shows the average value for real and fake files, plus or minus the spread. The gap column is the difference. F1 bandwidth has a 154 Hz gap — real speech has wider resonances. All 4 are F1 formant features. They're actually one signal measured 4 ways — PCA shows 1 component does the same job as all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[30s] Here's what the difference looks like. Green is real, red is fake. Look at F1 bandwidth — top right. Clear separation. The green peak is shifted right — real speech has wider resonances.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Why do formants differ? Real speech comes from a physical tube with damping — wide resonances. Fake speech from a neural network that optimizes reconstruction loss — sharp, narrow resonances. Codecs preserve this because they must preserve formants for speech to be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Do they survive compression? We compressed 150 files through 9 codecs. Formants: 6% change — stable. LFCC: 39% average, worst case 120% — destroyed. This is why the all-36 model collapsed: it relied on LFCC that codecs wrecked.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[45s] This is the ablation. Left side — just formants and prosody — stable at 21-23%. Right side — anything with PNCC or LFCC — collapsed to 42-50%. Adding PNCC to formants made it WORSE — 50% instead of 29%. Fragile features don't just fail, they poison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[40s] Five classifiers on the winning features plus prosody. SVM: 11% error in the lab, 21% after codecs. All degrade gracefully, none collapse. Compare to all-36: 7% in the lab, 50% after codecs. These aren't state-of-art — best neural systems get 2% — but you can explain every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[30s] Top: error per codec. Formant row is green — 19 to 24% everywhere. All-36 row is red — 50% everywhere. Bottom: F1 bandwidth is 26% of the Random Forest's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[35s] Out of 36 features, only 4 detect deepfakes after compression. All measure F1 formant. Real: 515 Hz. Fake: 361 Hz. A 154 Hz gap that survives every codec. Adding fragile features like PNCC or LFCC destroys the detector — from 21% to 50%. Feature selection prevents this.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Statistics for Audio Deepfake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Which Acoustic Features Identify Deepfakes</a:t>
            </a:r>
            <a:br/>
            <a:r>
              <a:t>Regardless of Codec Compression?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[Your Name]  •  [Affiliation]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MCCNNY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 want to catch fake audio (deepfakes).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Train a detector on clean recordings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Deploy on phone calls, VoIP, social media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Phone networks compress audio (codecs)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Compression distorts the features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Detector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The numbers: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In the lab: 7% error rate (good)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After compression: 50% error rate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(same as guessing — useless)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Which features survive?</a:t>
            </a:r>
          </a:p>
        </p:txBody>
      </p:sp>
      <p:pic>
        <p:nvPicPr>
          <p:cNvPr id="5" name="Picture 4" descr="fig3_eer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9144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Measure From Each Audio File</a:t>
            </a:r>
          </a:p>
        </p:txBody>
      </p:sp>
      <p:pic>
        <p:nvPicPr>
          <p:cNvPr id="3" name="Picture 2" descr="fig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4300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36 numbers per file, in 4 groups: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2743200" cy="2103120"/>
          </a:xfrm>
          <a:prstGeom prst="roundRect">
            <a:avLst/>
          </a:prstGeom>
          <a:solidFill>
            <a:srgbClr val="1A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PNCC (13 numbers)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Overall sound shape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Models how the ear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hears frequencies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206240"/>
            <a:ext cx="2743200" cy="2103120"/>
          </a:xfrm>
          <a:prstGeom prst="roundRect">
            <a:avLst/>
          </a:prstGeom>
          <a:solidFill>
            <a:srgbClr val="3A2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LFCC (8 numbers)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Fine sound detail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Equal detail at all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frequencies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2743200" cy="2103120"/>
          </a:xfrm>
          <a:prstGeom prst="roundRect">
            <a:avLst/>
          </a:prstGeom>
          <a:solidFill>
            <a:srgbClr val="1A3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Formants (8 numbers)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Mouth shape resonances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F1 = jaw opening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F2 = tongue 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206240"/>
            <a:ext cx="2560320" cy="2103120"/>
          </a:xfrm>
          <a:prstGeom prst="roundRect">
            <a:avLst/>
          </a:prstGeom>
          <a:solidFill>
            <a:srgbClr val="2A1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Prosody (7 numbers)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17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Rhythm &amp; melody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Pitch, loudness,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speaking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4 Features That Detect Deepfakes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Out of 36 features tested, only these 4 work reliably: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509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37160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(avg ± spread)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Fake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(avg ± spread)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big?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rate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(alone)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bandwidth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515 ± 87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361 ± 120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154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mean freq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666 ± 71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553 ± 77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113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 variability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272 ± 25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226 ± 42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46 Hz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F1/F2 ratio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0.342 ± 0.033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0.292 ± 0.039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0.050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How to read: Real speech F1 bandwidth averages 515 Hz (spread ±87 Hz). Fake averages 361 Hz. Gap = 154 Hz. Using just this one feature, error rate is 18%.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What about the other 32?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PNCC (13 features): can't tell real from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fake at all — error rate near 50%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LFCC (8 features): moderate detection but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codecs destroy them (change by 39%)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Other formants (F2): small gaps, weak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Prosody: small gaps, but survives codecs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Are these 4 really different?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All 4 measure the first formant (F1)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F1_mean and F1/F2 ratio: 91% correlated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PCA: 1 component captures 79% of info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Using just 1 principal component: 17.1% error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Using all 4: 17.3% error (same!)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They are ONE signal measured 4 ways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 Can See the Difference</a:t>
            </a:r>
          </a:p>
        </p:txBody>
      </p:sp>
      <p:pic>
        <p:nvPicPr>
          <p:cNvPr id="3" name="Picture 2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43000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6309360"/>
            <a:ext cx="10058400" cy="4572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= Real speech (wider, higher values)  |  Red = Fake speech (narrower, lower)  |  Dashed lines = averages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This Difference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Real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Your mouth and throat form a tube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This tube has resonances (formants)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The tube absorbs energy → wide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515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Lots of natural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Fake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 neural network generates the sound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It optimizes for average spectral shape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No physical damping → sharp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361 Hz (154 Hz narrower)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Less variation (over-smoothed)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Why This Survives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MUST preserve formants — without them, you can't understand speech on the phone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Phone codecs (G.729) explicitly encode formant frequencies in their compression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Even MP3 and AAC keep the resonance structure intact below 4000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change formant values by only ~6% on average — the 154 Hz gap easily survives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Do Features Survive Compression?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Same file compressed through 9 codecs — how much does each feature value change?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828800"/>
                <a:gridCol w="18288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Features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Prosody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VERY 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Formants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LFCC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FRAGILE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Measured on 150 files, each compressed through 9 codecs (G.711, G.722, MP3, AAC). Change = average |original − compressed| / average |original| ×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0972800" cy="256032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 change by only 6%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The 154 Hz real-vs-fake gap is much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larger than codec noise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LFCC changes by 39% (worst: 120%!)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Codec MORE THAN DOUBLES the value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→ completely unreliable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Why the detector collapsed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The all-36-feature model learned to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rely on LFCC features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Codecs destroyed those LFCC features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Without them, the model had nothing left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Result: 50% error (random guessing)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Adding Bad Features Destroys the Detector</a:t>
            </a:r>
          </a:p>
        </p:txBody>
      </p:sp>
      <p:pic>
        <p:nvPicPr>
          <p:cNvPr id="3" name="Picture 2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229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731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LEFT (green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Formants and Prosody alone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21–23% error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Stable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RIGHT (red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Any set with PNCC or LFCC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42–50% error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COLLAPSED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The lesson: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Adding fragile features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doesn't just fail to help —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it DESTROYS the detector.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Results: Simple Classifiers</a:t>
            </a:r>
          </a:p>
        </p:txBody>
      </p:sp>
      <p:pic>
        <p:nvPicPr>
          <p:cNvPr id="3" name="Picture 2" descr="fig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  <a:latin typeface="Calibri"/>
              </a:defRPr>
            </a:pPr>
            <a:r>
              <a:t>Using the 4 winning features + prosody (15 total)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Neural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Error rate = % of wrong predictions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Best in lab: 10.6%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After codecs: 21-25% (degrades, doesn't collapse)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All-36 features: 50% after codecs (collapsed!)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These aren't state-of-art (best systems: 1.9%)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but they're explainable — you know 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Works on Every Codec &amp; What Matters Most</a:t>
            </a:r>
          </a:p>
        </p:txBody>
      </p:sp>
      <p:pic>
        <p:nvPicPr>
          <p:cNvPr id="3" name="Picture 2" descr="fig4_cod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217920" cy="3200400"/>
          </a:xfrm>
          <a:prstGeom prst="rect">
            <a:avLst/>
          </a:prstGeom>
        </p:spPr>
      </p:pic>
      <p:pic>
        <p:nvPicPr>
          <p:cNvPr id="4" name="Picture 3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62179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731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Every Codec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Formants: 19–24% error across ALL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Only 5% variation between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All-36: 50% on EVERY codec (broken)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Green = good, Red = 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Most Important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bandwidth: 26% of model decisions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(the single best feature)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mean: 15%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F1/F2 ratio: 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Out of 36 features, only 4 detect deepfakes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reliably after compression. All 4 measure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the first formant (mouth resonance F1).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Real speech: F1 bandwidth = 515 ± 87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Fake speech: F1 bandwidth = 361 ± 120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 154 Hz gap that survives all codecs.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Adding fragile features (PNCC, LFCC) to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the model DESTROYS it — error goes from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21% to 50%. Feature selection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21–23% error is not state-of-the-art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(best neural systems: 1.9%)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Advanced voice cloners (A17–A19) now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make realistic formants — error &gt;48%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The 4 features are one signal measured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4 ways (91% correlated, PCA confirms)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Next: combine with neural models for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accuracy AND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One-Sentence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 speech has wider formant resonances than synthetic speech because physical</a:t>
            </a:r>
            <a:br/>
            <a:r>
              <a:t>vocal tracts have damping that voice synthesizers don’t model —</a:t>
            </a:r>
            <a:br/>
            <a:r>
              <a:t>and this difference survives audio compression.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github.com/Yash-Sukhdeve/stats-audio-deepfake-detection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