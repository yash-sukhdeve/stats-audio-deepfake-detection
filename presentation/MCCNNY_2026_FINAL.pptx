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[15s] Good morning. My talk uses data mining to find which acoustic features identify deepfakes even after audio compression.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[40s] ASVspoof 2019: 25,380 files, 1:8.8 ratio. 36 features. Lab: 7% error. After codecs: 50%. Which features survive?
IF ASKED 'codec?' → Compresses audio for transmission.
IF ASKED '1:8.8?' → Challenge design. We use balanced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Check distributions before testing. 33/36 near-normal. 3 skewed. Decision: Mann-Whitney for all (safe for normal AND non-normal).
IF ASKED 'Why not t-test?' → Some features skewed. Mann-Whitney works on ranks, no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Mann-Whitney: 33/36 significant after BH-FDR. Cohen's d: only 4 LARGE (d &gt; 0.8). Green bars in chart = the 4 winners.
IF ASKED 'Why Mann-Whitney?' → Non-parametric, safe for skewed data.
IF ASKED 'BH-FDR?' → Controls false discovery rate at 5%.
IF ASKED '33/36 just because large n?' → YES — that's why we need Cohen's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Table: the 4 winners. Correlation: 0.91 (redundant). PCA: 1 comp = 79%. One signal.
Kruskal-Wallis: all 4 differ across 6 attacks (H &gt; 10,000). Detects many fake types.
IF ASKED 'If correlated, why 4?' → They emerged independently. Correlation IS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[50s] Physics: damping → wide resonances. Vocoders → sharp peaks. Codecs preserve formants for intelligibility.
Paired test: MP3 5% of gap. G.711 79%.
IF ASKED 'Is vocoder explanation proven?' → Damping = physics. Vocoders = our hypothesis.
IF ASKED '79% acceptable?' → No. G.711 detection degrades.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[40s] Ablation: formants/prosody 21-29%. Anything with PNCC/LFCC → 42-55%.
IF ASKED 'Why?' → SVM relies on fragile features. Codecs destroy them. Nothing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Five classifiers. SVM best: 11% lab, 21% codecs. All degrade gracefully. All-36: 9→55% collapsed.
IF ASKED 'Why 15 not 4?' → Weak features contribute via interactions.
IF ASKED 'Why not deep learning?' → 1.9% vs 21%. We compete on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4 of 36 detect deepfakes after compression. All F1. Real: 515 Hz. Fake: 361 Hz. Survives MP3/AAC. Adding fragile features destroys detection.
Thank you. Questions?
Q&amp;As:
'p-hacking?' → Effect sizes. Only 4 have d &gt; 0.8.
'21% not good?' → Trade accuracy for explainability.
'Selection bias?' → Evaluation on held-out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for Audio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 Detection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Mining Approach to Finding Codec-Robust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Indicators of Synthetic Speech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Name], [Affiliation]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MCCNNY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</a:t>
            </a:r>
            <a:endParaRPr lang="en-US" sz="3200" dirty="0"/>
          </a:p>
        </p:txBody>
      </p:sp>
      <p:pic>
        <p:nvPicPr>
          <p:cNvPr id="4" name="Image 0" descr="/home/lab2208/Documents/df_detection/docs/presentation_figures/step1_data_overview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430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3891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5F5F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Train on 25,380 clean files → deploy on phone calls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Lab: 7% error  |  After codecs: 50% (coin flip)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Which of 36 features survive AND detect fakes?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43891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5F5F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B"/>
                </a:solidFill>
              </a:rPr>
              <a:t>Key Facts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ASVspoof 2019 LA: international deepfake challenge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2,580 real + 22,800 fake (ratio 1:8.8)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6 synthesis methods (A01–A06), 16kHz FLAC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Distribution Does the Data Follow?</a:t>
            </a:r>
            <a:endParaRPr lang="en-US" sz="3200" dirty="0"/>
          </a:p>
        </p:txBody>
      </p:sp>
      <p:pic>
        <p:nvPicPr>
          <p:cNvPr id="4" name="Image 0" descr="/home/lab2208/Documents/df_detection/docs/presentation_figures/step2_distributions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430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5760720"/>
            <a:ext cx="11430000" cy="73152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5E3B"/>
                </a:solidFill>
              </a:rPr>
              <a:t>Result: 33/36 near-normal (skew &lt; 1). 3 skewed (F0_std, PNCC_4, duration). → Use Mann-Whitney (non-parametric) for all tests.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Is the Difference Real and Meaningful?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3B"/>
                </a:solidFill>
              </a:rPr>
              <a:t>Mann-Whitney U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</a:rPr>
              <a:t>Is the real-fake gap statistically significant?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Non-parametric — no normality assumption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Corrected for 36 tests (BH-FDR, 5%)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</a:rPr>
              <a:t>Result: 33/36 significant after correction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B5E3B"/>
                </a:solidFill>
              </a:rPr>
              <a:t>The 4 formant winners: p ≈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3B"/>
                </a:solidFill>
              </a:rPr>
              <a:t>Cohen's d (Effect Size)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</a:rPr>
              <a:t>Is the gap big enough to matter in practice?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With 25,000 files, even tiny gaps are 'significant'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Effect size = practical importance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</a:rPr>
              <a:t>Only 4 features have LARGE effects (d &gt; 0.8):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B5E3B"/>
                </a:solidFill>
              </a:rPr>
              <a:t>F1_mean (1.48), F1_bw (1.32), F1F2 (1.29), F1_std (1.13)</a:t>
            </a:r>
            <a:endParaRPr lang="en-US" sz="1100" dirty="0"/>
          </a:p>
        </p:txBody>
      </p:sp>
      <p:pic>
        <p:nvPicPr>
          <p:cNvPr id="12" name="Image 0" descr="/home/lab2208/Documents/df_detection/docs/presentation_figures/step3_effect_sizes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00400"/>
            <a:ext cx="114300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Winning Features + Redundancy Check</a:t>
            </a:r>
            <a:endParaRPr lang="en-US" sz="2800" dirty="0"/>
          </a:p>
        </p:txBody>
      </p:sp>
      <p:pic>
        <p:nvPicPr>
          <p:cNvPr id="4" name="Image 0" descr="/home/lab2208/Documents/df_detection/docs/presentation_figures/step4_correlation_pca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0"/>
          <a:ext cx="11430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137160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Real (avg ± spread)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Fake (avg ± spread)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Effect (d)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F1 bandwidth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515 ± 87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361 ± 120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154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1.32 (LARGE)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F1 mean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666 ± 71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553 ± 77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1.48 (LARGE)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F1 variability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272 ± 25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 ± 42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1.13 (LARGE)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F1/F2 ratio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0.342 ± 0.033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0.292 ± 0.039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1.29 (LARGE)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Formants Differ + Codec Survival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B"/>
                </a:solidFill>
              </a:rPr>
              <a:t>Real Speech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Physical tube (mouth+throat)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Energy absorbed → wide resonances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</a:rPr>
              <a:t>F1 bandwidth ≈ 515 Hz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9144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221F"/>
                </a:solidFill>
              </a:rPr>
              <a:t>Fake Speech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2801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Neural network generates sound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Optimizes average → sharp peaks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</a:rPr>
              <a:t>F1 bandwidth ≈ 361 Hz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9144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Why Codecs Preserve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12801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Must preserve formants for intelligibility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G.729 explicitly encodes formants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MP3/AAC keep structure &lt; 4 kHz</a:t>
            </a:r>
            <a:endParaRPr lang="en-US" sz="1100" dirty="0"/>
          </a:p>
        </p:txBody>
      </p:sp>
      <p:pic>
        <p:nvPicPr>
          <p:cNvPr id="13" name="Image 0" descr="/home/lab2208/Documents/df_detection/docs/presentation_figures/step5_codec_robustness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108960"/>
            <a:ext cx="11430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Adding Bad Features Destroys Detection</a:t>
            </a:r>
            <a:endParaRPr lang="en-US" sz="2800" dirty="0"/>
          </a:p>
        </p:txBody>
      </p:sp>
      <p:pic>
        <p:nvPicPr>
          <p:cNvPr id="4" name="Image 0" descr="/home/lab2208/Documents/df_detection/docs/presentation_figures/fig10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82296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914400"/>
            <a:ext cx="3200400" cy="4754880"/>
          </a:xfrm>
          <a:prstGeom prst="roundRect">
            <a:avLst>
              <a:gd name="adj" fmla="val 2857"/>
            </a:avLst>
          </a:prstGeom>
          <a:solidFill>
            <a:srgbClr val="F5F5F0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</a:rPr>
              <a:t>Key Finding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69680" y="137160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Left (green):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Formants/Prosody alone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21-29% after codecs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Right (red):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PNCC or LFCC added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5221F"/>
                </a:solidFill>
              </a:rPr>
              <a:t>→ 42-55% COLLAPSED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PNCC+Formants = 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Formants alone = 29%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Adding fragile features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5221F"/>
                </a:solidFill>
              </a:rPr>
              <a:t>DESTROYS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</a:rPr>
              <a:t>STEP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Results</a:t>
            </a:r>
            <a:endParaRPr lang="en-US" sz="3200" dirty="0"/>
          </a:p>
        </p:txBody>
      </p:sp>
      <p:pic>
        <p:nvPicPr>
          <p:cNvPr id="4" name="Image 0" descr="/home/lab2208/Documents/df_detection/docs/presentation_figures/step6_classifiers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035040"/>
            <a:ext cx="11430000" cy="548640"/>
          </a:xfrm>
          <a:prstGeom prst="roundRect">
            <a:avLst>
              <a:gd name="adj" fmla="val 8333"/>
            </a:avLst>
          </a:prstGeom>
          <a:solidFill>
            <a:srgbClr val="FFEBE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Formants+Prosody: 11% → 21% (graceful)  |  All 36: 9% → 55% (COLLAPSED)  |  F1_bw alone: 18% → 24%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B7E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What We Found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Out of 36 features, 4 detect deepfakes after compression. All measure F1 formant.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Mann-Whitney (p ≈ 0), Cohen's d (large), Kruskal-Wallis (across attacks), paired codec test (survives MP3/AAC).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Adding fragile features DESTROYS the detector: 9% lab → 55% codecs.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B7E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960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99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21% error (SOTA neural: 1.9%)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4 features are 91% correlated — one signal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Advanced vocoders (A17-A19): error &gt; 48%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G.711 telephone: 79% of signal lost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speech has wider formant resonances (515 Hz) than synthetic speech (361 Hz)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physical vocal tracts have damping that voice synthesizers don't model.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difference survives most audio compression methods.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</a:rPr>
              <a:t>github.com/Yash-Sukhdeve/stats-audio-deepfake-detection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Mann &amp; Whitney (1947) | Cohen (1988) | Benjamini &amp; Hochberg (1995) | Kruskal &amp; Wallis (1952) | Kim &amp; Stern (2016)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Audio Deepfake Detection</dc:title>
  <dc:subject>PptxGenJS Presentation</dc:subject>
  <dc:creator>Yash Sukhdeve</dc:creator>
  <cp:lastModifiedBy>Yash Sukhdeve</cp:lastModifiedBy>
  <cp:revision>1</cp:revision>
  <dcterms:created xsi:type="dcterms:W3CDTF">2026-04-10T02:49:52Z</dcterms:created>
  <dcterms:modified xsi:type="dcterms:W3CDTF">2026-04-10T02:49:52Z</dcterms:modified>
</cp:coreProperties>
</file>