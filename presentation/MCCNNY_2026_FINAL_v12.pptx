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[15s] Good morning. My talk uses data mining to find acoustic features that identify deepfakes even after audio compression.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[40s] Step 1: the data. ASVspoof 2019, 25,380 files. 2,580 real, 22,800 fake. 9:1 ratio. 6 TTS/VC systems. Clean studio audio. 36 features extracted per file.
IF ASKED 'What is a codec?' → Compresses audio for transmission. G.711 for phones, MP3 for music.
IF ASKED 'Why 1:8.8 ratio?' → Challenge design. We use balanced class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Step 2: explore. Histograms of 4 formant features. Green = real, red = fake. F1 bandwidth: clear separation. 515 vs 361 Hz.
But eyeballing isn't science. Need formal tests.
IF ASKED 'Why ± 87?' → Standard deviation. Files range roughly 430-600 Hz.
IF ASKED 'Why show distributions?' → Check data quality before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Step 3: formal tests.
Mann-Whitney U: 21/23 significant after BH-FDR correction. The 4 formant winners: p ≈ 0.
Cohen's d: Only 4 have LARGE effects. The chart shows all 23 ranked. Green = large.
IF ASKED 'Why Mann-Whitney?' → Non-parametric. Some features skewed.
IF ASKED 'What is BH-FDR?' → Controls false discovery rate at 5%.
IF ASKED '21/23 because large n?' → YES — that's why we need Cohen's d. Only 4 pass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The 4 winners. Table: avg ± spread, gap, effect size, error rate.
Correlation: F1_mean and F1F2_ratio 91% correlated. PCA: 1 component = 79%. One signal.
Kruskal-Wallis: all 4 differ across 6 attacks (H &gt; 10,000). Formants detect many fakes.
IF ASKED 'If correlated, why show 4?' → They emerged independently. Correlation is a finding.
IF ASKED 'What is Kruskal-Wallis?' → Non-parametric ANOVA.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[50s] Why: physical damping = wide resonances. Vocoders = sharp. Codecs preserve formants for intelligibility.
Paired t-test: same file before/after. MP3: 5% of gap. G.711: 79%. Signal marginal on telephone.
IF ASKED 'Is vocoder explanation proven?' → Damping = physics (Fant 1960). Vocoders narrow formants = our hypothesis.
IF ASKED 'Why paired?' → Same file compared to itself.
IF ASKED 'Is 79% acceptable?' → No. G.711 detection degrades significantly.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[40s] Ablation: every combination tested. Left: formants/prosody 21-29%. Right: PNCC/LFCC → 42-50%.
PNCC+Formants = 50%. Formants alone = 29%. Adding PNCC destroyed it.
IF ASKED 'Why?' → SVM learns to rely on PNCC. Codecs destroy it. Nothing left.
IF ASKED 'Trees?' → RF with all-36 gets 22.5%. Trees ignore bad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Five classifiers. SVM: 11% lab, 21% codecs. All degrade gracefully.
Compare: all-36 = 7% lab, 50% codecs. Feature selection prevents collapse.
IF ASKED 'Why 15 not 4?' → Weak features contribute via interactions (Guyon &amp; Elisseeff 2003).
IF ASKED 'Why not deep learning?' → 1.9% vs 21%. We compete on explainability.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[25s] Heatmap: formants green (19-24%), all-36 red (50%). Feature importance: F1_bw = 26%.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[35s] 4 of 36 detect deepfakes after compression. All F1 formant. Real: 515 Hz. Fake: 361 Hz.
Confirmed by 5 tests. Adding fragile features destroys the detector.
Thank you. Questions?
Q&amp;As:
'p-hacking?' → Effect sizes. Only 4 have d &gt; 0.8.
'21% not good' → Trade accuracy for explainability.
'Selection bias?' → Evaluation on held-out sets.
'PNCC broken?' → Normalization bug. Isolated. Fix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7315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 for Audio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Deepfake Detection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Mining Approach to Codec-Robust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Indicators of Synthetic Speech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663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[Affiliation]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5669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MCCNNY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/home/lab2208/Documents/df_detection/docs/presentation_figures/fig11_data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114300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3891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5F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detector on 25,380 clean studio 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phone calls → codecs compress audio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error: 7%  |  After codecs: 50% (coin flip)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36 features survive AND detect fakes?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43891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5F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48006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 2019 LA: international deepfake challenge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2,580 real + 22,800 fake (ratio 1:8.8)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different TTS/VC synthesis methods (A01–A06)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files: 16 kHz, mono, lossless FLAC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Exploring: Real vs Fake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/home/lab2208/Documents/df_detection/docs/presentation_figures/fig1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77724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0058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5F5F0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0" y="146304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real speech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fake speech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 = averages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bandwidth shows clear separation: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Real: 515 ± 87 Hz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Fake: 361 ± 120 Hz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Gap: 154 Hz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is this gap real or random?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Need statistical tests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5760720"/>
            <a:ext cx="11430000" cy="45720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of 23 non-constant features are near-normal (skewness &lt; 1). Non-parametric tests used for safety.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Testing: Is the Difference Real and Meaningful?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Test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real-fake gap statistically significant?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(no normality assumption needed)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features tested, corrected for multiple testing (BH-FDR)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21/23 significant after correction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formant winners: p ≈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51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Effect Size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325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gap big enough to actually matter?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25,000 files, even tiny gaps are 'significant'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measures practical importance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features have LARGE effects (d &gt; 0.8):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F1_mean (1.48), F1_bw (1.32), F1F2 (1.29), F1_std (1.13)</a:t>
            </a:r>
            <a:endParaRPr lang="en-US" sz="1100" dirty="0"/>
          </a:p>
        </p:txBody>
      </p:sp>
      <p:pic>
        <p:nvPicPr>
          <p:cNvPr id="13" name="Image 0" descr="/home/lab2208/Documents/df_detection/docs/presentation_figures/fig12_effect_siz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383280"/>
            <a:ext cx="11430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Winning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1188720"/>
                <a:gridCol w="18288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(avg ± spread)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(avg ± spread)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bandwidth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515 ± 87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 ± 120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1.32 (large)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 ± 71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 ± 77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1.48 (large)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variability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 ± 25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± 42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1.13 (large)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F1/F2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 ± 0.033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 ± 0.039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1.29 (large)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0040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F5F5F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46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Are these 4 independent?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F1_mean vs F1F2_ratio:  r = 0.912 (91% same!)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F1_mean vs F1_std:        r = 0.743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F1_mean vs F1_bw:         r = 0.720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1 component captures 79% of variance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PCA 1D = 17.1%, all 4 = 17.3%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signal (F1 formant) measured 4 ways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320040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F5F5F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3246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Different fakes, different traces?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356616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TTS/VC systems compared (non-parametric ANOVA):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F1_mean:     H = 10,985    p ≈ 0    YES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F1_bw:       H = 10,715    p ≈ 0    YES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F1_std:      H = 11,029    p ≈ 0    YES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F1F2_ratio:  H = 10,068    p ≈ 0    YES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Formants detect MANY types of fakes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Formants Differ + Do They Survive Codecs?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Speech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tube (mouth+throat)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absorbed → wide resonances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bandwidth ≈ 515 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natural variation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0584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Speech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3716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generates sound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average → sharp peaks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bandwidth ≈ 361 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Over-smoothed, less variation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00584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051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Codecs Preserve This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13716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Codecs MUST preserve formants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 → can't understand speech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G.729 explicitly encodes formants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MP3/AAC keep structure &lt; 4 kHz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t-test: How much of the 154 Hz gap does each codec consume?</a:t>
            </a:r>
            <a:endParaRPr lang="en-US" sz="1300" dirty="0"/>
          </a:p>
        </p:txBody>
      </p:sp>
      <p:pic>
        <p:nvPicPr>
          <p:cNvPr id="15" name="Image 0" descr="/home/lab2208/Documents/df_detection/docs/presentation_figures/fig13_codec_vs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749040"/>
            <a:ext cx="11430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Bad Features Destroy the Detector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/home/lab2208/Documents/df_detection/docs/presentation_figures/fig10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2296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005840"/>
            <a:ext cx="3200400" cy="4572000"/>
          </a:xfrm>
          <a:prstGeom prst="roundRect">
            <a:avLst>
              <a:gd name="adj" fmla="val 2857"/>
            </a:avLst>
          </a:prstGeom>
          <a:solidFill>
            <a:srgbClr val="F5F5F0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9680" y="1463040"/>
            <a:ext cx="2834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(green):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Formants/Prosody alone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21-29% after codecs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(red):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PNCC or LFCC added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42-50% COLLAPSED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PNCC+Formants = 50%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Formants alone = 29%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fragile features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Classifiers: 5 Models on Robust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/home/lab2208/Documents/df_detection/docs/presentation_figures/fig5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943600" cy="41148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00584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583680" y="320040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features: 8 Formant + 7 Prosody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ASVspoof challenge splits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weights for 9:1 imbalance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All: 11-17% lab → 21-25% codecs (graceful)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all-36 = 7% lab → 50% codecs!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SOTA (1.9%) but EXPLAINABLE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Per-Codec Results &amp; Feature Importance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/home/lab2208/Documents/df_detection/docs/presentation_figures/fig4_codec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6217920" cy="2743200"/>
          </a:xfrm>
          <a:prstGeom prst="rect">
            <a:avLst/>
          </a:prstGeom>
        </p:spPr>
      </p:pic>
      <p:pic>
        <p:nvPicPr>
          <p:cNvPr id="6" name="Image 1" descr="/home/lab2208/Documents/df_detection/docs/presentation_figures/fig6_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31920"/>
            <a:ext cx="621792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109728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heatmap: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Formants: 19-24% everywhere (green)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All-36: 50% everywhere (red)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selection prevented collapse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858000" y="40233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(RF):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F1 bandwidth: 26% of decisions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F1 mean: 15%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F1/F2 ratio: 12%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with statistical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2296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Out of 36 features, 4 detect deepfakes after compression. All measure F1 formant.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Confirmed by: Mann-Whitney (p ≈ 0), Cohen's d (large effects), Kruskal-Wallis (across attacks), paired t-test (survives MP3/AAC).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Adding fragile features DESTROYS the detector: 7% lab → 50% after codecs.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82296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FFEB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868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21-23% error (SOTA: 1.9% with neural models)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 features are 91% correlated — one signal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Advanced vocoders (A17-A19): error &gt; 48%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G.711 telephone: 79% of signal lost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206240"/>
            <a:ext cx="11430000" cy="109728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51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speech has wider formant resonances (515 Hz) than synthetic speech (361 Hz) because physical vocal tracts have damping that synthesizers don't model. This difference survives most audio compression methods.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github.com/Yash-Sukhdeve/stats-audio-deepfake-detection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 &amp; Whitney (1947) | Cohen (1988) | Benjamini &amp; Hochberg (1995) | Kruskal &amp; Wallis (1952) | Kim &amp; Stern (2016)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for Audio Deepfake Detection</dc:title>
  <dc:subject>PptxGenJS Presentation</dc:subject>
  <dc:creator>[Your Name]</dc:creator>
  <cp:lastModifiedBy>[Your Name]</cp:lastModifiedBy>
  <cp:revision>1</cp:revision>
  <dcterms:created xsi:type="dcterms:W3CDTF">2026-04-10T02:13:59Z</dcterms:created>
  <dcterms:modified xsi:type="dcterms:W3CDTF">2026-04-10T02:13:59Z</dcterms:modified>
</cp:coreProperties>
</file>