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Statistics for Audio Deepfake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Which Acoustic Features Identify Deepfakes</a:t>
            </a:r>
            <a:br/>
            <a:r>
              <a:t>Regardless of Codec Compression?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[Your Name]  •  [Affiliation]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MCCNNY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Codecs Destroy Your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Detect synthetic speech vs real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Train on clean audio (n=25,380)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Deploy on phone/VoIP/social media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Class ratio: 1:8.8 (bonafide:spoof)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What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Lab: 7% EER (good)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After codecs: 50% EER (random!)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Classifier learned fragile features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destroyed those features</a:t>
            </a:r>
          </a:p>
        </p:txBody>
      </p:sp>
      <p:pic>
        <p:nvPicPr>
          <p:cNvPr id="7" name="Picture 6" descr="fig3_eer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200400"/>
            <a:ext cx="9144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Features Must Be Discriminative AND Codec-Robust</a:t>
            </a:r>
          </a:p>
        </p:txBody>
      </p:sp>
      <p:pic>
        <p:nvPicPr>
          <p:cNvPr id="3" name="Picture 2" descr="fig2_auc_vs_i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7772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Reading the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X: ICC (codec robustness)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Y: AUC (detection power)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Top-right = USE THESE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Formants (green)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Discriminative + Robust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Bottom-right = USELESS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PNCC (blue)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Robust but can't detect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Top-left = FRAGILE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Some LFCC (orange)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• Works in lab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 vs Fake: The Formant Difference Is Visible</a:t>
            </a:r>
          </a:p>
        </p:txBody>
      </p:sp>
      <p:pic>
        <p:nvPicPr>
          <p:cNvPr id="3" name="Picture 2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43000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6309360"/>
            <a:ext cx="10058400" cy="4572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= Real (wider bandwidths)  |  Red = Fake (narrower)  |  Dashed = means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Formants Detect Deepfakes: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Real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Physical vocal tract (mouth+throat)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Natural DAMPING (tissue, nasal)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515 Hz (wide)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mean ≈ 666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High variability (coarticulation)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Synthetic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Vocoder models spectral envelope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L1/L2 loss → sharp peaks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361 Hz (narrow)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mean ≈ 553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Over-smoothed variability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Why Codecs PRESERVE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MUST preserve formants — they carry speech intelligibility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LPC-based codecs (G.729) explicitly model formants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Even MP3/AAC/Opus preserve formant structure below 4 kHz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154 Hz bandwidth difference (d=1.32) survives ALL 7 tested codecs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ICC(2,1) = 0.985 — measured on 150 files × 9 codecs (Shrout &amp; Fleiss 1979)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Machine Learning Models: 5 Classifiers, 5-Fold CV</a:t>
            </a:r>
          </a:p>
        </p:txBody>
      </p:sp>
      <p:pic>
        <p:nvPicPr>
          <p:cNvPr id="3" name="Picture 2" descr="fig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Formants+Prosody (15D) with balanced weights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EER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 EER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2021 EER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24.3%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SVM(RBF)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21.5%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96C7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96C7"/>
                          </a:solidFill>
                          <a:latin typeface="Calibri"/>
                        </a:defRPr>
                      </a:pPr>
                      <a:r>
                        <a:t>0.981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96C7"/>
                          </a:solidFill>
                          <a:latin typeface="Calibri"/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96C7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96C7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MLP best on dev (10.6% EER)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SVM/RF best on 2021 codecs (21-22%)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All models degrade gracefully (not collapse)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5-fold stratified CV: AUC 0.95-0.98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95% bootstrap CIs on all EER values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• Class ratio 1:8.8 handled with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balanced class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Per-Codec Stability &amp; Feature Importance</a:t>
            </a:r>
          </a:p>
        </p:txBody>
      </p:sp>
      <p:pic>
        <p:nvPicPr>
          <p:cNvPr id="3" name="Picture 2" descr="fig4_cod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217920" cy="3200400"/>
          </a:xfrm>
          <a:prstGeom prst="rect">
            <a:avLst/>
          </a:prstGeom>
        </p:spPr>
      </p:pic>
      <p:pic>
        <p:nvPicPr>
          <p:cNvPr id="4" name="Picture 3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62179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731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Codec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Formants: 19-24% across ALL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Max variation: only 5% (stable!)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All-36 features: 50% everywhere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ICC predicted this exactly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Feature Importance (RF Gini)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F1_bw: 26.2% (most important)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F1_mean: 14.6%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F1_F2_ratio: 12.0%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 dominate top ranks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Prosody contributes but secondary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Mining Workflow (CRISP-DM)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1.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25,380 files, 36 features, 1:8.8 class ratio, 7 codec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2.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NaN handling, StandardScaler, balanced class weights for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3. Statistical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Mann-Whitney U + BH-FDR (36 tests), Cohen's d, AUC per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4. Feature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ICC(2,1) on 150 files × 9 codecs (Shrout &amp; Fleiss 1979)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5.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 classifiers × 5-fold stratified CV, bootstrap 95% CIs on 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C7"/>
                </a:solidFill>
                <a:latin typeface="Calibri"/>
              </a:defRPr>
            </a:pPr>
            <a:r>
              <a:t>6.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Train on 2019 → Test on unseen attacks → Test on 7 codec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60720"/>
            <a:ext cx="10515600" cy="82296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Key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Every number is reproducible. No black boxes. All methods classical with peer-reviewed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F1 bandwidth is the strongest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codec-robust deepfake indicator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(AUC=0.85, ICC=0.985, d=1.32)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Real: 515 Hz  |  Fake: 361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Physics: vocal tract damping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Formant model: 22% EER on codecs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All-36 model: 50% (collapsed)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ICC validation prevents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Open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Advanced vocoders produce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realistic formants → need more features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Combine formants + SSL for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interpretable + competitive system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ASVspoof 2021 DF (611K files,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100+ attacks) evaluation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Forensic applications: formant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rules as court evidence?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One-Sentence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 speech has wider formant bandwidths than synthetic speech because physical</a:t>
            </a:r>
            <a:br/>
            <a:r>
              <a:t>vocal tracts have damping that vocoders don’t model — and this survives codec compression.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github.com/Yash-Sukhdeve/stats-audio-deepfake-detection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Shrout &amp; Fleiss (1979) | Kim &amp; Stern (2016) | Sahidullah et al. (2015) | Cohen (1988) | Benjamini &amp; Hochberg (1995)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